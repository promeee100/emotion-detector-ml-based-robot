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5BB40-D224-0ED1-5023-D43872FB4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75FA1-2ED8-1607-DA30-5D69CCF168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6CF17-0CF6-1284-7140-F0FF7CE7E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3758-E82F-49C5-AD18-DF658DD55AEC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740F2-389D-34FB-4BE5-9613C34F4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57835-9BDC-4245-4C87-189B04934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C2D83-BDB5-43EF-B068-FBC2B2B5E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69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9BECC-7082-DB95-DAC8-0E4067D19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A65C6-8D27-6B4D-8BA1-2D54B7B9B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96E5E-4509-5C85-C471-E6263B7B9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3758-E82F-49C5-AD18-DF658DD55AEC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03354-01B6-E7F4-EB84-509D25886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52FCD-01C7-7FF4-EF3F-5C2E3A8B3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C2D83-BDB5-43EF-B068-FBC2B2B5E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12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44333-0725-4389-82EC-08071EE51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1A421-29C7-53F1-D2C5-6B1A46CEE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2B031-41EB-9679-479C-657323215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3758-E82F-49C5-AD18-DF658DD55AEC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468DA-674C-B472-27BA-878E10E1E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97CEF-78E6-D790-8B84-E74AF2854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C2D83-BDB5-43EF-B068-FBC2B2B5E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820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429E5-81DF-A2E7-A6D0-2FCC356F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8991B-94DC-5A0D-B38E-D568E0FC85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71F55-FBB5-6DD8-6284-0492247575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3FBD8-4C81-622C-57AC-B39E0F6A4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3758-E82F-49C5-AD18-DF658DD55AEC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B194EC-A74C-1016-056D-04FDD9BF0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7218E-5B9E-9E20-3FE2-4F0FAE5F3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C2D83-BDB5-43EF-B068-FBC2B2B5E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0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01A16-C8E7-7F8F-7665-5C9405B1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641FB-881A-AFA9-221F-237B00905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456D0-1044-27E1-B0F4-333BA7E55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7C2A65-7AFD-564F-4602-3F78B8D414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2A0BF2-86EC-B21E-616B-9F35EF94D3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46E4DD-8F73-94AD-A008-E5BD9BB3C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3758-E82F-49C5-AD18-DF658DD55AEC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1197A4-5758-F89B-E16D-9A7C41315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9966AF-E69B-2727-A538-357818A28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C2D83-BDB5-43EF-B068-FBC2B2B5E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50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E3A99-49F0-96C7-1375-8844F42BB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37B66C-0B86-2533-5C55-208DDC72D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3758-E82F-49C5-AD18-DF658DD55AEC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C20C2D-31BA-B3B2-7326-257813703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1ADB33-17FC-75D2-0882-3B7D34ED2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C2D83-BDB5-43EF-B068-FBC2B2B5E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682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8E4607-DD1D-A63A-524E-DC6E75575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3758-E82F-49C5-AD18-DF658DD55AEC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7BA79B-07E6-3F04-6A08-60E08C0A8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53ECF-1C24-6DC2-3617-AB945D2C1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C2D83-BDB5-43EF-B068-FBC2B2B5E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699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D3BEF-65F8-F2BE-9E36-77A92564D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88BBF-14C7-D93C-B547-4AF80FEC2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75B5A8-80C5-4A30-7542-6845B75BD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B5CC21-8133-6738-9257-96D29DD5B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3758-E82F-49C5-AD18-DF658DD55AEC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C7CC9C-0741-A10E-6951-189AA197D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F88DE-76C3-BB8E-9FF7-70C91742D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C2D83-BDB5-43EF-B068-FBC2B2B5E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50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49AD2-1EE3-9664-6ECD-988FA1C66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C160A1-5DBF-1BDF-AE26-2D2F9798F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5EEDB4-03A5-BDF6-1CF9-EAB9F1A48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4FCC3-C753-4C65-928B-E37500749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3758-E82F-49C5-AD18-DF658DD55AEC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DD972-6FDF-0F30-14F9-FCBB4F522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C0F93-3BB1-B068-6CE3-44D42592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C2D83-BDB5-43EF-B068-FBC2B2B5E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11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F626B-996F-E5C0-4FDE-E8B21BF29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ECBC9-2A34-CF28-EEE6-99DABCBA5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58302-36F4-2DE0-292A-0554B2A24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3758-E82F-49C5-AD18-DF658DD55AEC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19D4B-2D04-2CD6-B087-5DF61CF1B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A5698-60C0-7C56-8000-A268D813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C2D83-BDB5-43EF-B068-FBC2B2B5E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269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AAA40D-8410-CA8A-756F-5FE9C017E6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9820C-EA31-38E5-215B-E42B6A1DE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682A1-91E5-80E9-DE16-F09485D31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3758-E82F-49C5-AD18-DF658DD55AEC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5C87A-C956-28E3-7E30-3451A7751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7387-B60A-4C48-86A9-BF209A86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C2D83-BDB5-43EF-B068-FBC2B2B5E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7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FFD842-F739-EA1E-84A6-D01E72FCF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A8AB4-1F21-F1F8-980D-7C5B7B3F9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BF63C-E83C-2F8B-FC70-D5598348D5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A3758-E82F-49C5-AD18-DF658DD55AEC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E561F-86A7-06C2-8E91-4BDDC1A83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376FA-7D58-1C0D-731A-A530D7DA4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C2D83-BDB5-43EF-B068-FBC2B2B5E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3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ED81D9-A426-E6CB-A8C9-340E7A9AE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074" y="2565795"/>
            <a:ext cx="662997" cy="9906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6D40B4-EFFC-997B-3073-F283DBDB7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452" y="2390578"/>
            <a:ext cx="1463040" cy="13411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E2E77C-FDF8-6792-7B93-AB12F595C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2576" y="4417864"/>
            <a:ext cx="1033424" cy="7773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8CE47A-4740-06A9-E865-F665B08498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6730" y="1956200"/>
            <a:ext cx="859421" cy="4343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F4FB2A-020C-78BD-BBC1-768CB205D2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6730" y="2717031"/>
            <a:ext cx="853514" cy="5410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AAF007-80C5-7D52-4049-88DBDB9103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4832" y="3591996"/>
            <a:ext cx="815411" cy="6629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1FDDA6E-1AEF-08EA-4C4C-99E4ECE2B1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4832" y="4513123"/>
            <a:ext cx="815411" cy="586791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FB6F304-59EA-7CF2-14E6-5FB1BCBACC27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453071" y="3061138"/>
            <a:ext cx="13753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031C2D0-E2A0-BA60-545C-F92DE564A516}"/>
              </a:ext>
            </a:extLst>
          </p:cNvPr>
          <p:cNvCxnSpPr>
            <a:stCxn id="6" idx="3"/>
          </p:cNvCxnSpPr>
          <p:nvPr/>
        </p:nvCxnSpPr>
        <p:spPr>
          <a:xfrm>
            <a:off x="6291492" y="3061138"/>
            <a:ext cx="4456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0CCA1CC-0185-A300-8606-C5E67534298E}"/>
              </a:ext>
            </a:extLst>
          </p:cNvPr>
          <p:cNvCxnSpPr/>
          <p:nvPr/>
        </p:nvCxnSpPr>
        <p:spPr>
          <a:xfrm>
            <a:off x="6737131" y="1956200"/>
            <a:ext cx="0" cy="28503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140B866-99B7-653C-6A5F-01E49E5635CE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6096000" y="4806517"/>
            <a:ext cx="64113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01D5A3B-6DC2-FB3E-6595-BE65D808BEDB}"/>
              </a:ext>
            </a:extLst>
          </p:cNvPr>
          <p:cNvCxnSpPr/>
          <p:nvPr/>
        </p:nvCxnSpPr>
        <p:spPr>
          <a:xfrm>
            <a:off x="6096000" y="5023945"/>
            <a:ext cx="16501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D33EFBE-573A-2CED-E48C-405E41397F14}"/>
              </a:ext>
            </a:extLst>
          </p:cNvPr>
          <p:cNvCxnSpPr>
            <a:endCxn id="16" idx="1"/>
          </p:cNvCxnSpPr>
          <p:nvPr/>
        </p:nvCxnSpPr>
        <p:spPr>
          <a:xfrm>
            <a:off x="6737130" y="4614041"/>
            <a:ext cx="887702" cy="192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688D7D1-FA4B-F271-AC83-D40562B3ECBB}"/>
              </a:ext>
            </a:extLst>
          </p:cNvPr>
          <p:cNvCxnSpPr/>
          <p:nvPr/>
        </p:nvCxnSpPr>
        <p:spPr>
          <a:xfrm>
            <a:off x="6737130" y="2249214"/>
            <a:ext cx="8877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412359A-AAA7-281A-F812-6B52F579A03F}"/>
              </a:ext>
            </a:extLst>
          </p:cNvPr>
          <p:cNvCxnSpPr/>
          <p:nvPr/>
        </p:nvCxnSpPr>
        <p:spPr>
          <a:xfrm>
            <a:off x="6737130" y="3153103"/>
            <a:ext cx="84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56441B5-892F-5529-ED3C-59436F43246D}"/>
              </a:ext>
            </a:extLst>
          </p:cNvPr>
          <p:cNvCxnSpPr>
            <a:endCxn id="14" idx="1"/>
          </p:cNvCxnSpPr>
          <p:nvPr/>
        </p:nvCxnSpPr>
        <p:spPr>
          <a:xfrm>
            <a:off x="6737130" y="4004441"/>
            <a:ext cx="8877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C8BED95B-C3C8-EFA1-77A9-9CCDC58D5DD1}"/>
              </a:ext>
            </a:extLst>
          </p:cNvPr>
          <p:cNvSpPr/>
          <p:nvPr/>
        </p:nvSpPr>
        <p:spPr>
          <a:xfrm>
            <a:off x="8828689" y="1879099"/>
            <a:ext cx="1187666" cy="51973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Display Emotion through Color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1E7A1B0-FC28-315B-BBA5-3A16D7803626}"/>
              </a:ext>
            </a:extLst>
          </p:cNvPr>
          <p:cNvSpPr/>
          <p:nvPr/>
        </p:nvSpPr>
        <p:spPr>
          <a:xfrm>
            <a:off x="8808093" y="2740679"/>
            <a:ext cx="1187666" cy="51973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Show Emotion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C63B537-ABEB-B596-5236-30DAE490B215}"/>
              </a:ext>
            </a:extLst>
          </p:cNvPr>
          <p:cNvSpPr/>
          <p:nvPr/>
        </p:nvSpPr>
        <p:spPr>
          <a:xfrm>
            <a:off x="8828689" y="3527245"/>
            <a:ext cx="1187666" cy="51973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Moves Robot hand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1D6564D-0AA9-D7D8-CA59-31F483B95099}"/>
              </a:ext>
            </a:extLst>
          </p:cNvPr>
          <p:cNvSpPr/>
          <p:nvPr/>
        </p:nvSpPr>
        <p:spPr>
          <a:xfrm>
            <a:off x="8828689" y="4450411"/>
            <a:ext cx="1187666" cy="51973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Give Sound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7F8BCDB-D6A8-F261-5106-962F7635E214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5559972" y="3731698"/>
            <a:ext cx="19316" cy="686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258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FF444604-9651-B136-1331-1925AD1B8D52}"/>
              </a:ext>
            </a:extLst>
          </p:cNvPr>
          <p:cNvSpPr/>
          <p:nvPr/>
        </p:nvSpPr>
        <p:spPr>
          <a:xfrm>
            <a:off x="4887309" y="402349"/>
            <a:ext cx="1566041" cy="24173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38D9DD-0F2A-C24F-FC56-B59DC797A999}"/>
              </a:ext>
            </a:extLst>
          </p:cNvPr>
          <p:cNvSpPr/>
          <p:nvPr/>
        </p:nvSpPr>
        <p:spPr>
          <a:xfrm>
            <a:off x="4661336" y="934090"/>
            <a:ext cx="2249213" cy="2470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Power 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F424AD-DB01-595D-2D73-0201EFC1EF2A}"/>
              </a:ext>
            </a:extLst>
          </p:cNvPr>
          <p:cNvSpPr/>
          <p:nvPr/>
        </p:nvSpPr>
        <p:spPr>
          <a:xfrm>
            <a:off x="4661335" y="1422843"/>
            <a:ext cx="2249213" cy="2417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Captures photo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F8A4D8-5062-5675-2A47-F0FCE6FE6793}"/>
              </a:ext>
            </a:extLst>
          </p:cNvPr>
          <p:cNvSpPr/>
          <p:nvPr/>
        </p:nvSpPr>
        <p:spPr>
          <a:xfrm>
            <a:off x="4661335" y="1959840"/>
            <a:ext cx="2249213" cy="3580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Raspberry Pi 3 Active</a:t>
            </a: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2E6278F6-3A87-DB76-F6E3-729C8ECB93E6}"/>
              </a:ext>
            </a:extLst>
          </p:cNvPr>
          <p:cNvSpPr/>
          <p:nvPr/>
        </p:nvSpPr>
        <p:spPr>
          <a:xfrm>
            <a:off x="4552293" y="2613113"/>
            <a:ext cx="2236072" cy="705522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Detect Emotion?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21D802-417E-39AE-2DED-B21557605A49}"/>
              </a:ext>
            </a:extLst>
          </p:cNvPr>
          <p:cNvSpPr/>
          <p:nvPr/>
        </p:nvSpPr>
        <p:spPr>
          <a:xfrm>
            <a:off x="6805444" y="4799281"/>
            <a:ext cx="2249213" cy="2417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Move servo motor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E31360-9475-8B8B-DE59-FA46BD6C4191}"/>
              </a:ext>
            </a:extLst>
          </p:cNvPr>
          <p:cNvSpPr/>
          <p:nvPr/>
        </p:nvSpPr>
        <p:spPr>
          <a:xfrm>
            <a:off x="6805444" y="4355226"/>
            <a:ext cx="2249213" cy="2417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Display on OLED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F3DEE6-DE0E-E833-1C95-CB0A9C7C8769}"/>
              </a:ext>
            </a:extLst>
          </p:cNvPr>
          <p:cNvSpPr/>
          <p:nvPr/>
        </p:nvSpPr>
        <p:spPr>
          <a:xfrm>
            <a:off x="6805443" y="5282751"/>
            <a:ext cx="2249213" cy="2417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Play Sound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CEE553-0F5E-51B0-A55F-5788D7F502EF}"/>
              </a:ext>
            </a:extLst>
          </p:cNvPr>
          <p:cNvSpPr/>
          <p:nvPr/>
        </p:nvSpPr>
        <p:spPr>
          <a:xfrm>
            <a:off x="6805446" y="3965027"/>
            <a:ext cx="2249213" cy="2417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Show RGB Color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3BFCF1-3AD7-5384-609C-698FEFD2A6F6}"/>
              </a:ext>
            </a:extLst>
          </p:cNvPr>
          <p:cNvSpPr/>
          <p:nvPr/>
        </p:nvSpPr>
        <p:spPr>
          <a:xfrm>
            <a:off x="4782202" y="5766221"/>
            <a:ext cx="2249213" cy="2417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Interactive Response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F5CB354-D6EB-D515-EAC8-C207BDF4D57C}"/>
              </a:ext>
            </a:extLst>
          </p:cNvPr>
          <p:cNvSpPr/>
          <p:nvPr/>
        </p:nvSpPr>
        <p:spPr>
          <a:xfrm>
            <a:off x="5239402" y="6233935"/>
            <a:ext cx="1566041" cy="24173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Stop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81D8427-5ABA-2D53-54F9-88D45F258723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670330" y="644087"/>
            <a:ext cx="0" cy="290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7D1B64F-E22B-E12D-C18D-C7FB464F1476}"/>
              </a:ext>
            </a:extLst>
          </p:cNvPr>
          <p:cNvCxnSpPr/>
          <p:nvPr/>
        </p:nvCxnSpPr>
        <p:spPr>
          <a:xfrm>
            <a:off x="5670330" y="1181102"/>
            <a:ext cx="0" cy="241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C649B0E-24E5-2161-FE91-A9549C578333}"/>
              </a:ext>
            </a:extLst>
          </p:cNvPr>
          <p:cNvCxnSpPr/>
          <p:nvPr/>
        </p:nvCxnSpPr>
        <p:spPr>
          <a:xfrm>
            <a:off x="5670330" y="1664583"/>
            <a:ext cx="0" cy="295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3926590-A13C-4872-8962-6E95B10EA038}"/>
              </a:ext>
            </a:extLst>
          </p:cNvPr>
          <p:cNvCxnSpPr>
            <a:cxnSpLocks/>
          </p:cNvCxnSpPr>
          <p:nvPr/>
        </p:nvCxnSpPr>
        <p:spPr>
          <a:xfrm>
            <a:off x="5649311" y="2333949"/>
            <a:ext cx="21019" cy="279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A6A0C9DF-F71D-C12B-315D-02C25714123F}"/>
              </a:ext>
            </a:extLst>
          </p:cNvPr>
          <p:cNvSpPr/>
          <p:nvPr/>
        </p:nvSpPr>
        <p:spPr>
          <a:xfrm>
            <a:off x="2837793" y="3329475"/>
            <a:ext cx="1744714" cy="4332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 Output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3F9AF2F-D5F4-5030-B15B-D93EC0B62CB4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6788365" y="2965874"/>
            <a:ext cx="12310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CE041C0-9C56-3BF8-19B6-FA4A58D71D14}"/>
              </a:ext>
            </a:extLst>
          </p:cNvPr>
          <p:cNvCxnSpPr/>
          <p:nvPr/>
        </p:nvCxnSpPr>
        <p:spPr>
          <a:xfrm>
            <a:off x="4193628" y="1543713"/>
            <a:ext cx="0" cy="14221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003BEED-B80F-D44C-3E8E-CC4CDCFA6C0A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4193628" y="1543713"/>
            <a:ext cx="4677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75F1576-0E92-AF1D-F4CF-0082A08957FF}"/>
              </a:ext>
            </a:extLst>
          </p:cNvPr>
          <p:cNvCxnSpPr>
            <a:endCxn id="16" idx="1"/>
          </p:cNvCxnSpPr>
          <p:nvPr/>
        </p:nvCxnSpPr>
        <p:spPr>
          <a:xfrm>
            <a:off x="4246179" y="2965874"/>
            <a:ext cx="306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604C14E9-3720-83EF-8844-7B8263A813B4}"/>
              </a:ext>
            </a:extLst>
          </p:cNvPr>
          <p:cNvSpPr/>
          <p:nvPr/>
        </p:nvSpPr>
        <p:spPr>
          <a:xfrm>
            <a:off x="3517030" y="2732667"/>
            <a:ext cx="624048" cy="466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9FD75E9-A4D7-9458-0B6F-76715935D854}"/>
              </a:ext>
            </a:extLst>
          </p:cNvPr>
          <p:cNvSpPr/>
          <p:nvPr/>
        </p:nvSpPr>
        <p:spPr>
          <a:xfrm>
            <a:off x="6719391" y="3272638"/>
            <a:ext cx="624048" cy="466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YES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DC57E4F-E3B1-831C-408B-4D6842D0361A}"/>
              </a:ext>
            </a:extLst>
          </p:cNvPr>
          <p:cNvCxnSpPr>
            <a:stCxn id="39" idx="2"/>
          </p:cNvCxnSpPr>
          <p:nvPr/>
        </p:nvCxnSpPr>
        <p:spPr>
          <a:xfrm>
            <a:off x="3710150" y="3762703"/>
            <a:ext cx="2" cy="212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2BEE61A-A7EA-8043-9B42-242A2C826F55}"/>
              </a:ext>
            </a:extLst>
          </p:cNvPr>
          <p:cNvCxnSpPr>
            <a:endCxn id="26" idx="1"/>
          </p:cNvCxnSpPr>
          <p:nvPr/>
        </p:nvCxnSpPr>
        <p:spPr>
          <a:xfrm>
            <a:off x="3710150" y="5887090"/>
            <a:ext cx="107205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F2CC85C-2966-BB65-F03C-4A7B300E8012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7031415" y="5887090"/>
            <a:ext cx="89863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20A4DC6-191C-C500-06D7-297206B0B04D}"/>
              </a:ext>
            </a:extLst>
          </p:cNvPr>
          <p:cNvCxnSpPr>
            <a:stCxn id="26" idx="2"/>
          </p:cNvCxnSpPr>
          <p:nvPr/>
        </p:nvCxnSpPr>
        <p:spPr>
          <a:xfrm flipH="1">
            <a:off x="5906808" y="6007960"/>
            <a:ext cx="1" cy="225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37B5305-5887-39AD-4770-7AD6103513F7}"/>
              </a:ext>
            </a:extLst>
          </p:cNvPr>
          <p:cNvCxnSpPr>
            <a:stCxn id="22" idx="2"/>
          </p:cNvCxnSpPr>
          <p:nvPr/>
        </p:nvCxnSpPr>
        <p:spPr>
          <a:xfrm flipH="1">
            <a:off x="7930049" y="5524490"/>
            <a:ext cx="1" cy="362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6EA302-54A9-9A19-2D83-38D81A9EF235}"/>
              </a:ext>
            </a:extLst>
          </p:cNvPr>
          <p:cNvCxnSpPr/>
          <p:nvPr/>
        </p:nvCxnSpPr>
        <p:spPr>
          <a:xfrm>
            <a:off x="8019393" y="2965874"/>
            <a:ext cx="0" cy="999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8C75611-05ED-D059-4626-567D4C9E00AB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7930049" y="4161440"/>
            <a:ext cx="2" cy="193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051B9BC-3FE7-37C8-E7CF-6E7201BCCD56}"/>
              </a:ext>
            </a:extLst>
          </p:cNvPr>
          <p:cNvCxnSpPr>
            <a:cxnSpLocks/>
          </p:cNvCxnSpPr>
          <p:nvPr/>
        </p:nvCxnSpPr>
        <p:spPr>
          <a:xfrm>
            <a:off x="7930049" y="4615327"/>
            <a:ext cx="0" cy="183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7D690FE-8CC6-BF58-5571-C84D55EA7D6B}"/>
              </a:ext>
            </a:extLst>
          </p:cNvPr>
          <p:cNvCxnSpPr>
            <a:cxnSpLocks/>
          </p:cNvCxnSpPr>
          <p:nvPr/>
        </p:nvCxnSpPr>
        <p:spPr>
          <a:xfrm>
            <a:off x="7930049" y="5098797"/>
            <a:ext cx="0" cy="183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694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41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Sanjana Tasnim Prome</dc:creator>
  <cp:lastModifiedBy>Sanjana Tasnim Prome</cp:lastModifiedBy>
  <cp:revision>1</cp:revision>
  <dcterms:created xsi:type="dcterms:W3CDTF">2026-06-16T13:25:11Z</dcterms:created>
  <dcterms:modified xsi:type="dcterms:W3CDTF">2026-06-16T13:51:00Z</dcterms:modified>
</cp:coreProperties>
</file>